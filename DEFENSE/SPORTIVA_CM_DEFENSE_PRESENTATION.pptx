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Conten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 b="1"/>
              <a:t>SPORTIVA CM</a:t>
            </a:r>
          </a:p>
        </p:txBody>
      </p:sp>
      <p:sp>
        <p:nvSpPr>
          <p:cNvPr id="3" name="TextBox 2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/>
              <a:t>• Cameroon sports promotion platform</a:t>
            </a:r>
          </a:p>
          <a:p>
            <a:r>
              <a:rPr lang="en-US" sz="1800"/>
              <a:t>• Clubs, athletes, fans, and sponsors connected</a:t>
            </a:r>
          </a:p>
          <a:p>
            <a:r>
              <a:rPr lang="en-US" sz="1800"/>
              <a:t>• Events, media feed, marketplace, sponsorships</a:t>
            </a:r>
          </a:p>
          <a:p>
            <a:r>
              <a:rPr lang="en-US" sz="1800"/>
              <a:t>• Built with Django and a responsive web interface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Sportiva CM Defense Presentation</dc:title>
  <dc:creator>GitHub Copilot</dc:creator>
  <cp:lastModifiedBy>GitHub Copilot</cp:lastModifiedBy>
  <dcterms:created xsi:type="dcterms:W3CDTF">2026-08-12T09:38:00Z</dcterms:created>
  <dcterms:modified xsi:type="dcterms:W3CDTF">2026-08-12T09:38:00Z</dcterms:modified>
</cp:coreProperties>
</file>