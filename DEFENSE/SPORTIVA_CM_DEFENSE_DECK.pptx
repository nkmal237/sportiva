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1"/>
              <a:t>SPORTIVA CM</a:t>
            </a:r>
          </a:p>
        </p:txBody>
      </p:sp>
      <p:sp>
        <p:nvSpPr>
          <p:cNvPr id="3" name="TextBox 2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/>
              <a:t>Cameroon Sports Promotion and Community Platform</a:t>
            </a:r>
          </a:p>
          <a:p>
            <a:r>
              <a:rPr lang="en-US" sz="1800"/>
              <a:t>• Clubs, athletes, sponsors, fans, organizations</a:t>
            </a:r>
          </a:p>
          <a:p>
            <a:r>
              <a:rPr lang="en-US" sz="1800"/>
              <a:t>• Events, media feed, marketplace, sponsorships</a:t>
            </a:r>
          </a:p>
          <a:p>
            <a:r>
              <a:rPr lang="en-US" sz="1800"/>
              <a:t>• Built with Django and a responsive web architecture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Sportiva CM Defense Deck</dc:title>
  <dc:creator>GitHub Copilot</dc:creator>
  <cp:lastModifiedBy>GitHub Copilot</cp:lastModifiedBy>
</cp:coreProperties>
</file>